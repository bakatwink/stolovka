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2" r:id="rId5"/>
    <p:sldId id="257" r:id="rId6"/>
    <p:sldId id="260" r:id="rId7"/>
    <p:sldId id="261" r:id="rId8"/>
    <p:sldId id="263" r:id="rId9"/>
    <p:sldId id="264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557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9983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014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4284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21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5550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5235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5430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870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8941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979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B595A148-3548-40BD-9EEC-2BA07A1C9323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52D03051-1330-485B-A1C2-33B3D710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730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4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0E30439A-8A5B-46EC-8283-9B6B031D40D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5CEAD642-85CF-4750-8432-7C80C901F0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FA33EEAE-15D5-4119-8C1E-89D943F911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730D8B3B-9B80-4025-B934-26DC7D7CD23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xmlns="" id="{B5A1B09C-1565-46F8-B70F-621C5EB48A0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8CDA193B-7B4C-45A2-9E9E-6F95A11CD0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982778" cy="3268520"/>
          </a:xfrm>
        </p:spPr>
        <p:txBody>
          <a:bodyPr>
            <a:normAutofit/>
          </a:bodyPr>
          <a:lstStyle/>
          <a:p>
            <a:pPr algn="r"/>
            <a:r>
              <a:rPr lang="ru-RU" sz="4400" dirty="0" smtClean="0">
                <a:solidFill>
                  <a:srgbClr val="FFFFFF"/>
                </a:solidFill>
              </a:rPr>
              <a:t>Автоматизированная Система учета питания студентов ГБПОУ РО «ВТИТБиД»</a:t>
            </a:r>
            <a:endParaRPr lang="ru-RU" sz="4400" dirty="0">
              <a:solidFill>
                <a:srgbClr val="FFFFFF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EC40C0D6-C309-4F7E-9D70-46879DDC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solidFill>
                  <a:srgbClr val="FFFFFF"/>
                </a:solidFill>
              </a:rPr>
              <a:t>Создатель: Чесник Константин Витальевич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C516CC8-80AC-446C-A56E-9F54B721040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53947E58-F088-49F1-A3D1-DEA690192E8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473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D543DDF-7A9B-4183-B1CA-EF35B3D4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47640674-FD81-43E6-88CA-58379728F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Бумага</a:t>
            </a:r>
          </a:p>
          <a:p>
            <a:r>
              <a:rPr lang="ru-RU" dirty="0"/>
              <a:t>Чернила</a:t>
            </a:r>
          </a:p>
          <a:p>
            <a:r>
              <a:rPr lang="ru-RU" dirty="0"/>
              <a:t>Физический ресурс принтера</a:t>
            </a:r>
          </a:p>
          <a:p>
            <a:r>
              <a:rPr lang="ru-RU" dirty="0"/>
              <a:t>Лишний физический контакт</a:t>
            </a:r>
          </a:p>
          <a:p>
            <a:r>
              <a:rPr lang="ru-RU" dirty="0"/>
              <a:t>Вероятность фальсификации</a:t>
            </a: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754" y="1452123"/>
            <a:ext cx="1655806" cy="199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242" y="3218112"/>
            <a:ext cx="2107947" cy="2107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5A90850B-67AF-4FB4-9861-DD22F77D6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– приложение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CB71185C-11BE-4399-8105-929228215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Экономия ресурсов</a:t>
            </a:r>
          </a:p>
          <a:p>
            <a:r>
              <a:rPr lang="ru-RU" dirty="0"/>
              <a:t>Минимизация физического контакта</a:t>
            </a:r>
          </a:p>
          <a:p>
            <a:r>
              <a:rPr lang="ru-RU" dirty="0"/>
              <a:t>Учет воспользовавшихся услугами питания</a:t>
            </a:r>
          </a:p>
          <a:p>
            <a:r>
              <a:rPr lang="ru-RU" dirty="0"/>
              <a:t>Минимизация шанса фальсификации</a:t>
            </a:r>
          </a:p>
          <a:p>
            <a:r>
              <a:rPr lang="ru-RU" dirty="0"/>
              <a:t>Масштабируемость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2864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4692F02-AAB7-40AC-9491-B57E34B71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73703229-CC90-4B0E-9066-294485D84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ru-RU" dirty="0"/>
              <a:t>Создать мультиплатформенное приложение для учета питания студентов </a:t>
            </a:r>
            <a:r>
              <a:rPr lang="ru-RU" dirty="0" smtClean="0"/>
              <a:t>в </a:t>
            </a:r>
            <a:r>
              <a:rPr lang="ru-RU" dirty="0"/>
              <a:t>столовой, для </a:t>
            </a:r>
            <a:r>
              <a:rPr lang="ru-RU" dirty="0" smtClean="0"/>
              <a:t>минимизации человеческого фактора при ручном вводе информации.</a:t>
            </a:r>
          </a:p>
        </p:txBody>
      </p:sp>
      <p:pic>
        <p:nvPicPr>
          <p:cNvPr id="4098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081" y="3223612"/>
            <a:ext cx="2872388" cy="287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993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4622EDFF-C5AC-471C-92BB-1FEE1BABD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xmlns="" id="{1AFF35CC-EBBB-4658-A08F-FBA0E726CA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498600" y="2738465"/>
            <a:ext cx="1781866" cy="22071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4C92FF1-9F07-4F6C-B0C0-874D68BFE707}"/>
              </a:ext>
            </a:extLst>
          </p:cNvPr>
          <p:cNvSpPr txBox="1"/>
          <p:nvPr/>
        </p:nvSpPr>
        <p:spPr>
          <a:xfrm>
            <a:off x="1789240" y="2212362"/>
            <a:ext cx="1200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.NET MAUI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2822726B-ED21-4302-90F9-9A443CBA59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620317" y="1637452"/>
            <a:ext cx="2711632" cy="2204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xmlns="" id="{618BF0B6-B604-4B73-8245-3739A0D2B5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8671800" y="2738465"/>
            <a:ext cx="2207133" cy="22071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5A6E0B28-6BAE-4ABA-A8A9-48E9CD829695}"/>
              </a:ext>
            </a:extLst>
          </p:cNvPr>
          <p:cNvSpPr txBox="1"/>
          <p:nvPr/>
        </p:nvSpPr>
        <p:spPr>
          <a:xfrm>
            <a:off x="8844033" y="2212362"/>
            <a:ext cx="2208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Microsoft SQL Server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92232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E6AC94F-51C7-417E-AFA5-64895F5C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MAUI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7764F207-B216-4093-A744-657617E4B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/>
              <a:t>.NET MAUI (Multi-platform App UI) – </a:t>
            </a:r>
            <a:r>
              <a:rPr lang="ru-RU" dirty="0"/>
              <a:t>кроссплатформенная платформа для создания мобильных и классических приложений с помощью </a:t>
            </a:r>
            <a:r>
              <a:rPr lang="en-US" dirty="0"/>
              <a:t>C#</a:t>
            </a:r>
            <a:r>
              <a:rPr lang="ru-RU" dirty="0"/>
              <a:t> и </a:t>
            </a:r>
            <a:r>
              <a:rPr lang="en-US" dirty="0"/>
              <a:t>XAML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9C9CA286-2AC9-4B5D-90E7-D719DFBECA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117600" y="3644900"/>
            <a:ext cx="2438400" cy="2743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DE2F69D7-923A-4EAA-92A4-34D3D069C6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8636002" y="3429000"/>
            <a:ext cx="2959100" cy="2959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4920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9FCFA51-EA99-430D-B667-96FAE44CF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Взаимодействие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4A86DBE2-4656-47CE-BA78-79DFDEBC341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8811" y="1771136"/>
            <a:ext cx="10794378" cy="3315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349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52C98FB-3084-48EF-8714-F00880DE7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2316" y="1591163"/>
            <a:ext cx="1717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Вход в аккаунт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3912338" y="1558534"/>
            <a:ext cx="2504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Интерфейс сотрудника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8686042" y="1562779"/>
            <a:ext cx="228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Интерфейс </a:t>
            </a:r>
            <a:r>
              <a:rPr lang="ru-RU" dirty="0" smtClean="0"/>
              <a:t>студента</a:t>
            </a:r>
            <a:endParaRPr lang="ru-RU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124" y="1941572"/>
            <a:ext cx="2098952" cy="4421306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0076" y="1960495"/>
            <a:ext cx="2206910" cy="441382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6601" y="1960495"/>
            <a:ext cx="2311475" cy="441382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823" y="1949058"/>
            <a:ext cx="2311475" cy="441382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002" y="1964446"/>
            <a:ext cx="2292897" cy="4409869"/>
          </a:xfrm>
          <a:prstGeom prst="rect">
            <a:avLst/>
          </a:prstGeom>
        </p:spPr>
      </p:pic>
      <p:pic>
        <p:nvPicPr>
          <p:cNvPr id="1026" name="Picture 2" descr="Picture background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4001" y="2666672"/>
            <a:ext cx="1605118" cy="150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106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3603E47-D708-49FA-831B-921C437EC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 чем «соль»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2F673ADE-1D4A-4651-B0D5-8E4C580B9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 err="1"/>
              <a:t>Qr</a:t>
            </a:r>
            <a:r>
              <a:rPr lang="en-US" dirty="0"/>
              <a:t>-</a:t>
            </a:r>
            <a:r>
              <a:rPr lang="ru-RU" dirty="0"/>
              <a:t>код генерируется по определенному набору данных студента и </a:t>
            </a:r>
            <a:r>
              <a:rPr lang="ru-RU" dirty="0" err="1"/>
              <a:t>хешируется</a:t>
            </a:r>
            <a:r>
              <a:rPr lang="ru-RU" dirty="0"/>
              <a:t>(кодируется) по стандарту </a:t>
            </a:r>
            <a:r>
              <a:rPr lang="en-US" dirty="0"/>
              <a:t>SHA-2</a:t>
            </a:r>
            <a:r>
              <a:rPr lang="ru-RU" dirty="0"/>
              <a:t>. Для обеспечения большей безопасности к входным данным добавляется строка или «соль» до процесса хеширования.</a:t>
            </a:r>
          </a:p>
        </p:txBody>
      </p:sp>
      <p:pic>
        <p:nvPicPr>
          <p:cNvPr id="3074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6069" y="3320833"/>
            <a:ext cx="1511733" cy="1511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3404544" y="4557891"/>
            <a:ext cx="3555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 smtClean="0"/>
              <a:t>StudentPassword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2545561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0E30439A-8A5B-46EC-8283-9B6B031D40D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5CEAD642-85CF-4750-8432-7C80C901F0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FA33EEAE-15D5-4119-8C1E-89D943F911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730D8B3B-9B80-4025-B934-26DC7D7CD23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xmlns="" id="{B5A1B09C-1565-46F8-B70F-621C5EB48A0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8CDA193B-7B4C-45A2-9E9E-6F95A11CD0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982778" cy="3268520"/>
          </a:xfrm>
        </p:spPr>
        <p:txBody>
          <a:bodyPr>
            <a:normAutofit/>
          </a:bodyPr>
          <a:lstStyle/>
          <a:p>
            <a:pPr algn="r"/>
            <a:r>
              <a:rPr lang="ru-RU" sz="4400" dirty="0" smtClean="0">
                <a:solidFill>
                  <a:srgbClr val="FFFFFF"/>
                </a:solidFill>
              </a:rPr>
              <a:t>Автоматизированная Система учета питания студентов ГБПОУ РО «ВТИТБиД»</a:t>
            </a:r>
            <a:endParaRPr lang="ru-RU" sz="4400" dirty="0">
              <a:solidFill>
                <a:srgbClr val="FFFFFF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EC40C0D6-C309-4F7E-9D70-46879DDC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solidFill>
                  <a:srgbClr val="FFFFFF"/>
                </a:solidFill>
              </a:rPr>
              <a:t>Создатель: Чесник Константин Витальевич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C516CC8-80AC-446C-A56E-9F54B721040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53947E58-F088-49F1-A3D1-DEA690192E8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012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sis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TM03457444[[fn=Basis]]</Template>
  <TotalTime>176</TotalTime>
  <Words>157</Words>
  <Application>Microsoft Office PowerPoint</Application>
  <PresentationFormat>Widescreen</PresentationFormat>
  <Paragraphs>31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Corbel</vt:lpstr>
      <vt:lpstr>Basis</vt:lpstr>
      <vt:lpstr>Автоматизированная Система учета питания студентов ГБПОУ РО «ВТИТБиД»</vt:lpstr>
      <vt:lpstr>Проблемы</vt:lpstr>
      <vt:lpstr>Решение – приложение</vt:lpstr>
      <vt:lpstr>Идея</vt:lpstr>
      <vt:lpstr>Стек</vt:lpstr>
      <vt:lpstr>.NET MAUI</vt:lpstr>
      <vt:lpstr>Взаимодействие</vt:lpstr>
      <vt:lpstr>Интерфейс</vt:lpstr>
      <vt:lpstr>В чем «соль»</vt:lpstr>
      <vt:lpstr>Автоматизированная Система учета питания студентов ГБПОУ РО «ВТИТБиД»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учета для столовых</dc:title>
  <dc:creator>Костя</dc:creator>
  <cp:lastModifiedBy>student</cp:lastModifiedBy>
  <cp:revision>16</cp:revision>
  <dcterms:created xsi:type="dcterms:W3CDTF">2025-12-09T08:04:20Z</dcterms:created>
  <dcterms:modified xsi:type="dcterms:W3CDTF">2025-12-10T12:45:28Z</dcterms:modified>
</cp:coreProperties>
</file>